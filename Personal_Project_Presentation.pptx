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Interpretable AI: Why Logistic Regression Still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 comparison of Logistic Regression and Neural Networks</a:t>
            </a:r>
          </a:p>
          <a:p>
            <a:pPr/>
            <a:r>
              <a:t>Using the Breast Cancer Wisconsin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Breast Cancer Wisconsin Diagnostic Dataset</a:t>
            </a:r>
          </a:p>
          <a:p>
            <a:pPr/>
            <a:r>
              <a:t>Features: Cell nucleus characteristics</a:t>
            </a:r>
          </a:p>
          <a:p>
            <a:pPr/>
            <a:r>
              <a:t>Target: Malignant vs Benign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Loaded dataset</a:t>
            </a:r>
          </a:p>
          <a:p>
            <a:pPr/>
            <a:r>
              <a:t>Handled missing values</a:t>
            </a:r>
          </a:p>
          <a:p>
            <a:pPr/>
            <a:r>
              <a:t>Encoded target variable</a:t>
            </a:r>
          </a:p>
          <a:p>
            <a:pPr/>
            <a:r>
              <a:t>Scaled features for LR &amp; NN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Neural Network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TensorFlow Sequential model</a:t>
            </a:r>
          </a:p>
          <a:p>
            <a:pPr/>
            <a:r>
              <a:t>Dense layers with ReLU + Sigmoid</a:t>
            </a:r>
          </a:p>
          <a:p>
            <a:pPr/>
            <a:r>
              <a:t>Train/test split evaluation</a:t>
            </a:r>
          </a:p>
          <a:p>
            <a:pPr/>
            <a:r>
              <a:t>Metrics: Accuracy, 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Binary classification</a:t>
            </a:r>
          </a:p>
          <a:p>
            <a:pPr/>
            <a:r>
              <a:t>Sigmoid activation</a:t>
            </a:r>
          </a:p>
          <a:p>
            <a:pPr/>
            <a:r>
              <a:t>Gradient descent and interpretability</a:t>
            </a:r>
          </a:p>
          <a:p>
            <a:pPr/>
            <a:r>
              <a:t>Coefficient significance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Confusion Matrix</a:t>
            </a:r>
          </a:p>
          <a:p>
            <a:pPr/>
            <a:r>
              <a:t>Classification Report</a:t>
            </a:r>
          </a:p>
          <a:p>
            <a:pPr/>
            <a:r>
              <a:t>ROC Curve &amp; AUC 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LR vs NN: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LR: Interpretable, fast, low variance</a:t>
            </a:r>
          </a:p>
          <a:p>
            <a:pPr/>
            <a:r>
              <a:t>NN: Higher accuracy potential</a:t>
            </a:r>
          </a:p>
          <a:p>
            <a:pPr/>
            <a:r>
              <a:t>Trade-offs in healthcare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Logistic Regression remains valuable</a:t>
            </a:r>
          </a:p>
          <a:p>
            <a:pPr/>
            <a:r>
              <a:t>Interpretability is crucial in medicine</a:t>
            </a:r>
          </a:p>
          <a:p>
            <a:pPr/>
            <a:r>
              <a:t>Deep learning complements, not replaces LR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